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ục Chưa có tên" id="{67D33A1C-7FC4-427F-A55D-6FC46A74942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F3695-37D5-4A06-8618-583B602E50E7}" v="4" dt="2026-10-25T16:44:38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ệ Hồng" userId="4fb3f6efed23d76a" providerId="LiveId" clId="{AEE35847-34E0-4462-9282-D833FC25FBF9}"/>
    <pc:docChg chg="custSel modSld addSection">
      <pc:chgData name="Huệ Hồng" userId="4fb3f6efed23d76a" providerId="LiveId" clId="{AEE35847-34E0-4462-9282-D833FC25FBF9}" dt="2026-10-25T16:43:37.932" v="221" actId="14100"/>
      <pc:docMkLst>
        <pc:docMk/>
      </pc:docMkLst>
      <pc:sldChg chg="addSp delSp modSp mod">
        <pc:chgData name="Huệ Hồng" userId="4fb3f6efed23d76a" providerId="LiveId" clId="{AEE35847-34E0-4462-9282-D833FC25FBF9}" dt="2026-10-25T16:43:37.932" v="221" actId="14100"/>
        <pc:sldMkLst>
          <pc:docMk/>
          <pc:sldMk cId="2567927505" sldId="256"/>
        </pc:sldMkLst>
        <pc:spChg chg="del mod">
          <ac:chgData name="Huệ Hồng" userId="4fb3f6efed23d76a" providerId="LiveId" clId="{AEE35847-34E0-4462-9282-D833FC25FBF9}" dt="2026-10-25T16:43:17.142" v="217" actId="478"/>
          <ac:spMkLst>
            <pc:docMk/>
            <pc:sldMk cId="2567927505" sldId="256"/>
            <ac:spMk id="2" creationId="{00000000-0000-0000-0000-000000000000}"/>
          </ac:spMkLst>
        </pc:spChg>
        <pc:spChg chg="del mod">
          <ac:chgData name="Huệ Hồng" userId="4fb3f6efed23d76a" providerId="LiveId" clId="{AEE35847-34E0-4462-9282-D833FC25FBF9}" dt="2026-10-25T16:43:17.142" v="217" actId="478"/>
          <ac:spMkLst>
            <pc:docMk/>
            <pc:sldMk cId="2567927505" sldId="256"/>
            <ac:spMk id="3" creationId="{00000000-0000-0000-0000-000000000000}"/>
          </ac:spMkLst>
        </pc:spChg>
        <pc:spChg chg="add del mod">
          <ac:chgData name="Huệ Hồng" userId="4fb3f6efed23d76a" providerId="LiveId" clId="{AEE35847-34E0-4462-9282-D833FC25FBF9}" dt="2026-10-25T16:43:17.142" v="217" actId="478"/>
          <ac:spMkLst>
            <pc:docMk/>
            <pc:sldMk cId="2567927505" sldId="256"/>
            <ac:spMk id="4" creationId="{B538AF3B-747E-0922-62D5-3C0FF9566DF4}"/>
          </ac:spMkLst>
        </pc:spChg>
        <pc:spChg chg="add del mod">
          <ac:chgData name="Huệ Hồng" userId="4fb3f6efed23d76a" providerId="LiveId" clId="{AEE35847-34E0-4462-9282-D833FC25FBF9}" dt="2026-10-25T16:43:17.142" v="217" actId="478"/>
          <ac:spMkLst>
            <pc:docMk/>
            <pc:sldMk cId="2567927505" sldId="256"/>
            <ac:spMk id="5" creationId="{93968A30-8D1F-64B7-8523-E3668DD8387D}"/>
          </ac:spMkLst>
        </pc:spChg>
        <pc:spChg chg="add mod">
          <ac:chgData name="Huệ Hồng" userId="4fb3f6efed23d76a" providerId="LiveId" clId="{AEE35847-34E0-4462-9282-D833FC25FBF9}" dt="2026-10-25T16:43:17.142" v="217" actId="478"/>
          <ac:spMkLst>
            <pc:docMk/>
            <pc:sldMk cId="2567927505" sldId="256"/>
            <ac:spMk id="7" creationId="{F6998454-45C1-0BB6-3641-25E0C1219EB3}"/>
          </ac:spMkLst>
        </pc:spChg>
        <pc:spChg chg="add mod">
          <ac:chgData name="Huệ Hồng" userId="4fb3f6efed23d76a" providerId="LiveId" clId="{AEE35847-34E0-4462-9282-D833FC25FBF9}" dt="2026-10-25T16:43:17.142" v="217" actId="478"/>
          <ac:spMkLst>
            <pc:docMk/>
            <pc:sldMk cId="2567927505" sldId="256"/>
            <ac:spMk id="9" creationId="{BC2B0FF7-276E-1A13-4045-56918068FEAF}"/>
          </ac:spMkLst>
        </pc:spChg>
        <pc:picChg chg="add mod">
          <ac:chgData name="Huệ Hồng" userId="4fb3f6efed23d76a" providerId="LiveId" clId="{AEE35847-34E0-4462-9282-D833FC25FBF9}" dt="2026-10-25T16:43:37.932" v="221" actId="14100"/>
          <ac:picMkLst>
            <pc:docMk/>
            <pc:sldMk cId="2567927505" sldId="256"/>
            <ac:picMk id="11" creationId="{D0D97AEC-EA92-5C10-B5A5-7283C24B49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25/10/2026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êu đề 6">
            <a:extLst>
              <a:ext uri="{FF2B5EF4-FFF2-40B4-BE49-F238E27FC236}">
                <a16:creationId xmlns:a16="http://schemas.microsoft.com/office/drawing/2014/main" id="{F6998454-45C1-0BB6-3641-25E0C1219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Tiêu đề phụ 8">
            <a:extLst>
              <a:ext uri="{FF2B5EF4-FFF2-40B4-BE49-F238E27FC236}">
                <a16:creationId xmlns:a16="http://schemas.microsoft.com/office/drawing/2014/main" id="{BC2B0FF7-276E-1A13-4045-56918068FE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D0D97AEC-EA92-5C10-B5A5-7283C24B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3" y="0"/>
            <a:ext cx="1216818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Màn hình rộng</PresentationFormat>
  <Paragraphs>0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Chủ đề của Office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 Hue</dc:creator>
  <cp:lastModifiedBy>Huệ Hồng</cp:lastModifiedBy>
  <cp:revision>2</cp:revision>
  <dcterms:created xsi:type="dcterms:W3CDTF">2024-11-28T12:01:42Z</dcterms:created>
  <dcterms:modified xsi:type="dcterms:W3CDTF">2026-10-25T16:44:38Z</dcterms:modified>
</cp:coreProperties>
</file>